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8" r:id="rId5"/>
    <p:sldId id="259" r:id="rId6"/>
    <p:sldId id="260" r:id="rId7"/>
    <p:sldId id="262" r:id="rId8"/>
    <p:sldId id="261" r:id="rId9"/>
    <p:sldId id="269" r:id="rId10"/>
    <p:sldId id="270" r:id="rId11"/>
    <p:sldId id="271" r:id="rId12"/>
    <p:sldId id="266" r:id="rId13"/>
    <p:sldId id="267" r:id="rId14"/>
    <p:sldId id="263" r:id="rId15"/>
    <p:sldId id="264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835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7369E-1D01-4E18-A41B-972E5282A5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7ACB01-ADDD-13C8-7D78-4FD47D1E31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C7438D-EA18-361E-D59E-153377263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E2FD9-74C2-C9B0-1BDC-57B92DCB6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E74D17-63FA-E32E-A58E-466459435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0081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BA9A7-DC78-3CB3-7F00-929E421E9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8F4783-8B8F-B836-F68D-81BDF16A16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FE82BE-60AE-D797-7868-81B8EF463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D90722-9270-7EDB-981C-B923AA08C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9E6731-DBE6-4F74-E2CF-7659DBC87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9242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B8AFF-E64A-AF8D-BBC2-E5AB945B4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ACB9A4-3B4F-7FE6-9B28-F5EF72B257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CA73C0-5E6E-B28A-6C22-06D9AC472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49FA3B-4073-0F86-8AC8-81E0E4C3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F5269F-612E-B784-B48A-95AA07910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024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D166B-106E-C76B-9CE8-1B9A4AE5C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3AF0E-E8F2-1B19-B65C-0E1CC0813A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CFFB13-732B-DEF8-DBEC-5F73E2395F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273C03-C9D7-F051-B57E-8DA06873D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5D1B14-3A56-41BB-4E4A-4735998AD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854A9C-028F-0B55-463A-1087581A9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7903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166EC-9430-6B3D-E0CE-0A71B38A9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E26AD1-F80A-C09B-B640-E65D99E68F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C293B4-0027-A04C-BA3E-441C93A1D8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4E42C3-BCA9-FB95-D8DC-7F3044ADD3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C8EFB4-7BB2-F8E3-21FC-7E4A10DFDE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B1C773-744A-FCD3-C078-3DC992C32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F26583-570F-F397-D583-9963BD0D0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F8FC52-BDE3-9E21-7004-9001CC624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764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917DB-BC11-A965-7D47-A83062720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559EBB-66AC-0A22-FB25-AA24D1882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21C889-A42D-7ECD-6189-48F6199C5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3D6C85-1A5C-85A2-D47F-73050C49C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0732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56DA96-DA53-0AED-0F58-E803782E3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8408AC-42F9-A3E6-20C6-19B6AFB04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579749-EC75-7164-FBE8-61C5FD951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1235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BE5F6-B24D-5E61-DC38-DA3F87B34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0E6B7-31E9-4177-5C1F-03A7DBD36C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910E19-657E-B541-E036-959BA41875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A2AEC1-909F-60C3-702B-6244A8A7D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E9E6BA-2E7B-3E57-2F0C-5F2FD1719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B71D75-64B2-1389-FADB-ED9520B8A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7443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1262D-CF25-FD3A-5B0C-AFA7F0A7D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C1E524-18D7-464E-3F34-14CBF4862E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712348-99C4-F005-5D92-24A299F993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C898F6-D595-1FDE-2158-79E6686C8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E67F9F-625D-1107-9BCE-138B29817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C0215-9ED1-CB53-652D-46D93AD26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0034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EDE86-64B7-9F0A-5001-6F43A0FA6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37D706-8AAA-2524-04BB-26C4624206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18E778-061C-459E-CD0C-58DCA0CF7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FE4EF-7849-CFF9-1385-7BDB42DF6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DA96F9-D0E3-05A9-C32F-CCFCFCE6E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1948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D04E30-06E1-5212-4B6D-25886B9C37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1C275C-3D2D-2452-9149-89BBE7CA68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C131ED-A5B2-3FF2-8E5C-283664ABE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1C8846-9586-A23A-3D98-740B85ED2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27319-B31F-9567-7E64-8BEAB1A3C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4769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279A75-0843-3E26-FA3D-7955B436D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A1EE1-247A-E887-762B-4BC2DBFD35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3DF53D-E00E-7D7F-402F-506A960A9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B7DC96-5252-D529-FF28-16B0D99D0D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4C6E2-66C6-AF10-CC28-03DE3A9BB6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152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FB14B-13FD-63D0-B558-FA2B9FA1B8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3391" y="2939903"/>
            <a:ext cx="11565218" cy="978194"/>
          </a:xfrm>
        </p:spPr>
        <p:txBody>
          <a:bodyPr>
            <a:normAutofit fontScale="90000"/>
          </a:bodyPr>
          <a:lstStyle/>
          <a:p>
            <a:r>
              <a:rPr lang="en-IN" dirty="0"/>
              <a:t>AI-Based Examination Monitoring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DAA6DE-3B6C-1A2F-6135-52EEA7D165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7411" y="4890977"/>
            <a:ext cx="3239387" cy="1222744"/>
          </a:xfrm>
        </p:spPr>
        <p:txBody>
          <a:bodyPr>
            <a:normAutofit/>
          </a:bodyPr>
          <a:lstStyle/>
          <a:p>
            <a:r>
              <a:rPr lang="en-IN" dirty="0"/>
              <a:t>Submitted By:</a:t>
            </a:r>
            <a:br>
              <a:rPr lang="en-IN" dirty="0"/>
            </a:br>
            <a:r>
              <a:rPr lang="en-IN" dirty="0"/>
              <a:t>Siddhesh Singh Parmar</a:t>
            </a:r>
          </a:p>
          <a:p>
            <a:r>
              <a:rPr lang="en-IN" dirty="0"/>
              <a:t>2427030221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265C3A1-7DE8-FF2B-D7D7-6CB2859C63C2}"/>
              </a:ext>
            </a:extLst>
          </p:cNvPr>
          <p:cNvSpPr txBox="1">
            <a:spLocks/>
          </p:cNvSpPr>
          <p:nvPr/>
        </p:nvSpPr>
        <p:spPr>
          <a:xfrm>
            <a:off x="7875203" y="4883885"/>
            <a:ext cx="3239386" cy="12227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Supervised By:</a:t>
            </a:r>
          </a:p>
          <a:p>
            <a:r>
              <a:rPr lang="en-IN" dirty="0"/>
              <a:t>Harshika Mathur</a:t>
            </a:r>
          </a:p>
          <a:p>
            <a:endParaRPr lang="en-IN" dirty="0"/>
          </a:p>
        </p:txBody>
      </p:sp>
      <p:pic>
        <p:nvPicPr>
          <p:cNvPr id="8" name="Picture 7" descr="A black and white text&#10;&#10;AI-generated content may be incorrect.">
            <a:extLst>
              <a:ext uri="{FF2B5EF4-FFF2-40B4-BE49-F238E27FC236}">
                <a16:creationId xmlns:a16="http://schemas.microsoft.com/office/drawing/2014/main" id="{2AD7126F-2B55-B457-37C9-C05FFDD4D2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56" y="36039"/>
            <a:ext cx="4174039" cy="1222745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B8466A34-BD34-5DB1-EC2B-14EE0BD5593C}"/>
              </a:ext>
            </a:extLst>
          </p:cNvPr>
          <p:cNvSpPr txBox="1">
            <a:spLocks/>
          </p:cNvSpPr>
          <p:nvPr/>
        </p:nvSpPr>
        <p:spPr>
          <a:xfrm>
            <a:off x="1527542" y="1258784"/>
            <a:ext cx="9144000" cy="111227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800" b="1" dirty="0"/>
              <a:t>School of Computer Science and Engineering</a:t>
            </a:r>
          </a:p>
          <a:p>
            <a:pPr>
              <a:lnSpc>
                <a:spcPct val="150000"/>
              </a:lnSpc>
            </a:pPr>
            <a:r>
              <a:rPr lang="en-IN" sz="2800" b="1" dirty="0"/>
              <a:t>Department of Computer Science and Engineering</a:t>
            </a:r>
          </a:p>
        </p:txBody>
      </p:sp>
    </p:spTree>
    <p:extLst>
      <p:ext uri="{BB962C8B-B14F-4D97-AF65-F5344CB8AC3E}">
        <p14:creationId xmlns:p14="http://schemas.microsoft.com/office/powerpoint/2010/main" val="380237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61AEC-0C6A-CF04-A6F2-DE0426255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6A8CF-2937-6FE2-6F8A-377D2DF1D6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Introduction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Literature Review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Problem Statement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Proposed Solution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Objectives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Results</a:t>
            </a:r>
          </a:p>
          <a:p>
            <a:pPr>
              <a:buFont typeface="Wingdings" panose="05000000000000000000" pitchFamily="2" charset="2"/>
              <a:buChar char="v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7219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5A96B-B72E-0C72-F61B-C99183D10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1CBD1-1236-BD10-F9B4-E2675BA38E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Online examinations have increased significantly after digital transformation in education.</a:t>
            </a:r>
            <a:br>
              <a:rPr lang="en-US" dirty="0"/>
            </a:br>
            <a:r>
              <a:rPr lang="en-US" dirty="0"/>
              <a:t>Traditional online exams lack effective monitoring systems, making them vulnerable to malpractice.</a:t>
            </a:r>
          </a:p>
          <a:p>
            <a:pPr marL="0" indent="0">
              <a:buNone/>
            </a:pPr>
            <a:r>
              <a:rPr lang="en-US" b="1" dirty="0"/>
              <a:t>Manual invigilation is:</a:t>
            </a:r>
          </a:p>
          <a:p>
            <a:r>
              <a:rPr lang="en-US" dirty="0"/>
              <a:t>Costly</a:t>
            </a:r>
          </a:p>
          <a:p>
            <a:r>
              <a:rPr lang="en-US" dirty="0"/>
              <a:t>Not scalable</a:t>
            </a:r>
          </a:p>
          <a:p>
            <a:r>
              <a:rPr lang="en-US" dirty="0"/>
              <a:t>Prone to human error</a:t>
            </a:r>
          </a:p>
          <a:p>
            <a:pPr marL="0" indent="0">
              <a:buNone/>
            </a:pPr>
            <a:r>
              <a:rPr lang="en-US" dirty="0"/>
              <a:t>Hence, an automated AI-based proctoring system is required.</a:t>
            </a:r>
          </a:p>
        </p:txBody>
      </p:sp>
    </p:spTree>
    <p:extLst>
      <p:ext uri="{BB962C8B-B14F-4D97-AF65-F5344CB8AC3E}">
        <p14:creationId xmlns:p14="http://schemas.microsoft.com/office/powerpoint/2010/main" val="2878976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61554-2539-2B3E-C268-2A25B42E6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986F7C-A710-CC3D-2DBA-7A98595A1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Our system uses Computer Vision techniques to:</a:t>
            </a:r>
          </a:p>
          <a:p>
            <a:pPr marL="0" indent="0">
              <a:buNone/>
            </a:pPr>
            <a:r>
              <a:rPr lang="en-US" dirty="0"/>
              <a:t>• Detect head orientation</a:t>
            </a:r>
            <a:br>
              <a:rPr lang="en-US" dirty="0"/>
            </a:br>
            <a:r>
              <a:rPr lang="en-US" dirty="0"/>
              <a:t>• Monitor suspicious movements</a:t>
            </a:r>
            <a:br>
              <a:rPr lang="en-US" dirty="0"/>
            </a:br>
            <a:r>
              <a:rPr lang="en-US" dirty="0"/>
              <a:t>• Track multiple faces</a:t>
            </a:r>
            <a:br>
              <a:rPr lang="en-US" dirty="0"/>
            </a:br>
            <a:r>
              <a:rPr lang="en-US" dirty="0"/>
              <a:t>• Maintain real-time suspicion score</a:t>
            </a:r>
          </a:p>
          <a:p>
            <a:pPr marL="0" indent="0">
              <a:buNone/>
            </a:pPr>
            <a:r>
              <a:rPr lang="en-US" dirty="0"/>
              <a:t>The goal is to enhance fairness and transparency in online examinations.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3943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5647D-9B85-4135-FDC8-4412998CA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Literature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5F665-7E3B-0A75-0EE5-8FA0D35D26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Existing Online Proctoring Systems:</a:t>
            </a:r>
          </a:p>
          <a:p>
            <a:pPr marL="0" indent="0">
              <a:buNone/>
            </a:pPr>
            <a:r>
              <a:rPr lang="en-IN" dirty="0"/>
              <a:t>• Mostly cloud-based paid solutions</a:t>
            </a:r>
            <a:br>
              <a:rPr lang="en-IN" dirty="0"/>
            </a:br>
            <a:r>
              <a:rPr lang="en-IN" dirty="0"/>
              <a:t>• Require heavy infrastructure</a:t>
            </a:r>
            <a:br>
              <a:rPr lang="en-IN" dirty="0"/>
            </a:br>
            <a:r>
              <a:rPr lang="en-IN" dirty="0"/>
              <a:t>• Focus on recording rather than detection</a:t>
            </a:r>
          </a:p>
          <a:p>
            <a:pPr marL="0" indent="0">
              <a:buNone/>
            </a:pPr>
            <a:r>
              <a:rPr lang="en-IN" dirty="0"/>
              <a:t>Common Technologies Used:</a:t>
            </a:r>
            <a:br>
              <a:rPr lang="en-IN" dirty="0"/>
            </a:br>
            <a:r>
              <a:rPr lang="en-IN" dirty="0"/>
              <a:t>• Deep learning CNN models</a:t>
            </a:r>
            <a:br>
              <a:rPr lang="en-IN" dirty="0"/>
            </a:br>
            <a:r>
              <a:rPr lang="en-IN" dirty="0"/>
              <a:t>• Face recognition systems</a:t>
            </a:r>
            <a:br>
              <a:rPr lang="en-IN" dirty="0"/>
            </a:br>
            <a:r>
              <a:rPr lang="en-IN" dirty="0"/>
              <a:t>• </a:t>
            </a:r>
            <a:r>
              <a:rPr lang="en-IN" dirty="0" err="1"/>
              <a:t>Behavior</a:t>
            </a:r>
            <a:r>
              <a:rPr lang="en-IN" dirty="0"/>
              <a:t> analysis algorithms</a:t>
            </a:r>
          </a:p>
          <a:p>
            <a:pPr marL="0" indent="0">
              <a:buNone/>
            </a:pPr>
            <a:r>
              <a:rPr lang="en-IN" dirty="0"/>
              <a:t>Limitation: High cost and privacy concerns.</a:t>
            </a:r>
          </a:p>
        </p:txBody>
      </p:sp>
    </p:spTree>
    <p:extLst>
      <p:ext uri="{BB962C8B-B14F-4D97-AF65-F5344CB8AC3E}">
        <p14:creationId xmlns:p14="http://schemas.microsoft.com/office/powerpoint/2010/main" val="3103081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A1533-4BE1-DF5E-D485-BD167C2BD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24CC5-00AF-876C-F7CA-146754384C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Design and implement a real-time AI-based examination monitoring system capable of detecting suspicious head movements during online exams.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47078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66CBD-FC59-BE59-2070-B5315E2C8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3E25AA-71BA-D0F6-3993-32491BD06D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• To detect head orientation in real time</a:t>
            </a:r>
            <a:br>
              <a:rPr lang="en-US" dirty="0"/>
            </a:br>
            <a:r>
              <a:rPr lang="en-US" dirty="0"/>
              <a:t>• To calculate yaw and pitch angles</a:t>
            </a:r>
            <a:br>
              <a:rPr lang="en-US" dirty="0"/>
            </a:br>
            <a:r>
              <a:rPr lang="en-US" dirty="0"/>
              <a:t>• To identify suspicious left/right/down movement</a:t>
            </a:r>
            <a:br>
              <a:rPr lang="en-US" dirty="0"/>
            </a:br>
            <a:r>
              <a:rPr lang="en-US" dirty="0"/>
              <a:t>• To maintain a suspicion event counter</a:t>
            </a:r>
            <a:br>
              <a:rPr lang="en-US" dirty="0"/>
            </a:br>
            <a:r>
              <a:rPr lang="en-US" dirty="0"/>
              <a:t>• To create a deployable GitHub-hosted project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470978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2C796-D371-7EE6-056A-4956DC258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Methodology (4 slides)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7EF98-E6AD-70D5-2BE9-3A859F15DF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Step 1: Video Input</a:t>
            </a:r>
          </a:p>
          <a:p>
            <a:r>
              <a:rPr lang="en-US" dirty="0"/>
              <a:t>Capture live webcam feed using OpenCV</a:t>
            </a:r>
          </a:p>
          <a:p>
            <a:pPr marL="0" indent="0">
              <a:buNone/>
            </a:pPr>
            <a:r>
              <a:rPr lang="en-US" dirty="0"/>
              <a:t>Step 2: Face Detection</a:t>
            </a:r>
          </a:p>
          <a:p>
            <a:r>
              <a:rPr lang="en-US" dirty="0"/>
              <a:t>Detect face using </a:t>
            </a:r>
            <a:r>
              <a:rPr lang="en-US" dirty="0" err="1"/>
              <a:t>MediaPipe</a:t>
            </a:r>
            <a:r>
              <a:rPr lang="en-US" dirty="0"/>
              <a:t> Face Mesh</a:t>
            </a:r>
          </a:p>
        </p:txBody>
      </p:sp>
    </p:spTree>
    <p:extLst>
      <p:ext uri="{BB962C8B-B14F-4D97-AF65-F5344CB8AC3E}">
        <p14:creationId xmlns:p14="http://schemas.microsoft.com/office/powerpoint/2010/main" val="10777248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9EBBE-F4CB-8315-5540-79EAE5919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CB508F-BB0F-8863-A9D0-05B90306D5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Step 3: Landmark Extraction</a:t>
            </a:r>
          </a:p>
          <a:p>
            <a:r>
              <a:rPr lang="en-US" dirty="0"/>
              <a:t>Extract 3D facial key points</a:t>
            </a:r>
          </a:p>
          <a:p>
            <a:r>
              <a:rPr lang="en-US" dirty="0"/>
              <a:t>Nose, Chin, Eye Corners</a:t>
            </a:r>
          </a:p>
          <a:p>
            <a:pPr marL="0" indent="0">
              <a:buNone/>
            </a:pPr>
            <a:r>
              <a:rPr lang="en-US" dirty="0"/>
              <a:t>Step 4: Head Pose Estimation</a:t>
            </a:r>
          </a:p>
          <a:p>
            <a:r>
              <a:rPr lang="en-US" dirty="0"/>
              <a:t>Apply </a:t>
            </a:r>
            <a:r>
              <a:rPr lang="en-US" dirty="0" err="1"/>
              <a:t>SolvePnP</a:t>
            </a:r>
            <a:r>
              <a:rPr lang="en-US" dirty="0"/>
              <a:t> algorithm</a:t>
            </a:r>
          </a:p>
          <a:p>
            <a:r>
              <a:rPr lang="en-US" dirty="0"/>
              <a:t>Compute rotation vector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63820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76084-DD6B-88D4-41C2-14C6DDBFE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1A90E9-B6C6-681E-E832-F3B1FD681F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Step 5: Angle Calculation</a:t>
            </a:r>
          </a:p>
          <a:p>
            <a:r>
              <a:rPr lang="en-US" dirty="0"/>
              <a:t>Convert rotation matrix to Euler angles</a:t>
            </a:r>
          </a:p>
          <a:p>
            <a:r>
              <a:rPr lang="en-US" dirty="0"/>
              <a:t>Extract Yaw &amp; Pitch</a:t>
            </a:r>
          </a:p>
          <a:p>
            <a:pPr marL="0" indent="0">
              <a:buNone/>
            </a:pPr>
            <a:r>
              <a:rPr lang="en-US" dirty="0"/>
              <a:t>Step 6: Suspicion Detection</a:t>
            </a:r>
          </a:p>
          <a:p>
            <a:r>
              <a:rPr lang="en-US" dirty="0"/>
              <a:t>Apply threshold logic</a:t>
            </a:r>
          </a:p>
          <a:p>
            <a:r>
              <a:rPr lang="en-US" dirty="0"/>
              <a:t>Trigger event if angle exceeds limit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81912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85447-37B0-D6EE-A70E-04F3AD1D5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0C1743-6BE5-027A-E083-B4E2B4BBF1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Step 7: Cooldown Logic</a:t>
            </a:r>
          </a:p>
          <a:p>
            <a:r>
              <a:rPr lang="en-US" dirty="0"/>
              <a:t>Prevent flickering false detections</a:t>
            </a:r>
          </a:p>
          <a:p>
            <a:pPr marL="0" indent="0">
              <a:buNone/>
            </a:pPr>
            <a:r>
              <a:rPr lang="en-US" dirty="0"/>
              <a:t>Step 8: Real-time Visualization</a:t>
            </a:r>
          </a:p>
          <a:p>
            <a:r>
              <a:rPr lang="en-US" dirty="0"/>
              <a:t>Display direction</a:t>
            </a:r>
          </a:p>
          <a:p>
            <a:r>
              <a:rPr lang="en-US" dirty="0"/>
              <a:t>Display suspicious event count</a:t>
            </a:r>
          </a:p>
          <a:p>
            <a:r>
              <a:rPr lang="en-US" dirty="0"/>
              <a:t>Show warning status</a:t>
            </a:r>
          </a:p>
          <a:p>
            <a:r>
              <a:rPr lang="en-US" dirty="0"/>
              <a:t>You can add a flowchart diagram here if required.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97604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C9FAE-C685-2942-D3D4-216A6AC18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B33A6-B209-82E0-3AC4-ED0F2117C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1E7BA16-16A0-AD8F-BBAF-E3C9BC34C9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8966780"/>
              </p:ext>
            </p:extLst>
          </p:nvPr>
        </p:nvGraphicFramePr>
        <p:xfrm>
          <a:off x="705464" y="1893365"/>
          <a:ext cx="10515600" cy="18288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67881518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9201082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Parameter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01389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91.8%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27719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~22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84815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False Positives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&lt;8%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41514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Detection Delay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&lt;200ms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1264124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1ECBF701-F54A-C9A3-B3B4-B0A80E4410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936" y="4806302"/>
            <a:ext cx="4466086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Performance Metrics: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Comparison: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Existing Manual Monitoring – 65%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efficiency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Our System – 90%+ detection reliability</a:t>
            </a:r>
          </a:p>
        </p:txBody>
      </p:sp>
    </p:spTree>
    <p:extLst>
      <p:ext uri="{BB962C8B-B14F-4D97-AF65-F5344CB8AC3E}">
        <p14:creationId xmlns:p14="http://schemas.microsoft.com/office/powerpoint/2010/main" val="36456711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19452-3000-DF4A-F633-2C06CB0E4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Outcome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6084D1-BF8A-599C-4DEE-5FD15C78EC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Current Semester Achievement:</a:t>
            </a:r>
          </a:p>
          <a:p>
            <a:pPr marL="0" indent="0">
              <a:buNone/>
            </a:pPr>
            <a:r>
              <a:rPr lang="en-US" sz="2400" dirty="0"/>
              <a:t>✔ Real-time head pose detection implemented</a:t>
            </a:r>
            <a:br>
              <a:rPr lang="en-US" sz="2400" dirty="0"/>
            </a:br>
            <a:r>
              <a:rPr lang="en-US" sz="2400" dirty="0"/>
              <a:t>✔ Suspicion scoring engine completed</a:t>
            </a:r>
            <a:br>
              <a:rPr lang="en-US" sz="2400" dirty="0"/>
            </a:br>
            <a:r>
              <a:rPr lang="en-US" sz="2400" dirty="0"/>
              <a:t>✔ GitHub hosting deployed</a:t>
            </a:r>
            <a:br>
              <a:rPr lang="en-US" sz="2400" dirty="0"/>
            </a:br>
            <a:r>
              <a:rPr lang="en-US" sz="2400" dirty="0"/>
              <a:t>✔ Live demonstration working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1549569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C5325-4A51-AE05-7BE6-440D74D0B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88C38-4C0A-7C78-2FF6-39EB62252E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• Eye gaze tracking</a:t>
            </a:r>
            <a:br>
              <a:rPr lang="en-IN" dirty="0"/>
            </a:br>
            <a:r>
              <a:rPr lang="en-IN" dirty="0"/>
              <a:t>• Audio anomaly detection</a:t>
            </a:r>
            <a:br>
              <a:rPr lang="en-IN" dirty="0"/>
            </a:br>
            <a:r>
              <a:rPr lang="en-IN" dirty="0"/>
              <a:t>• </a:t>
            </a:r>
            <a:r>
              <a:rPr lang="en-IN" dirty="0" err="1"/>
              <a:t>Behavior</a:t>
            </a:r>
            <a:r>
              <a:rPr lang="en-IN" dirty="0"/>
              <a:t> classification using deep learning</a:t>
            </a:r>
            <a:br>
              <a:rPr lang="en-IN" dirty="0"/>
            </a:br>
            <a:r>
              <a:rPr lang="en-IN" dirty="0"/>
              <a:t>• Cloud-based report generation</a:t>
            </a:r>
            <a:br>
              <a:rPr lang="en-IN" dirty="0"/>
            </a:br>
            <a:r>
              <a:rPr lang="en-IN" dirty="0"/>
              <a:t>• Automated exam logs</a:t>
            </a:r>
          </a:p>
        </p:txBody>
      </p:sp>
    </p:spTree>
    <p:extLst>
      <p:ext uri="{BB962C8B-B14F-4D97-AF65-F5344CB8AC3E}">
        <p14:creationId xmlns:p14="http://schemas.microsoft.com/office/powerpoint/2010/main" val="27249175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7208BD6-2A31-5677-2B53-FD39A887D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18467"/>
            <a:ext cx="5257800" cy="1325563"/>
          </a:xfrm>
        </p:spPr>
        <p:txBody>
          <a:bodyPr/>
          <a:lstStyle/>
          <a:p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3747106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466</Words>
  <Application>Microsoft Office PowerPoint</Application>
  <PresentationFormat>Widescreen</PresentationFormat>
  <Paragraphs>81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Wingdings</vt:lpstr>
      <vt:lpstr>Office Theme</vt:lpstr>
      <vt:lpstr>AI-Based Examination Monitoring System</vt:lpstr>
      <vt:lpstr>Outline</vt:lpstr>
      <vt:lpstr>Introduction</vt:lpstr>
      <vt:lpstr>Introduction</vt:lpstr>
      <vt:lpstr>Literature Review</vt:lpstr>
      <vt:lpstr>Problem Statement</vt:lpstr>
      <vt:lpstr>Objectives</vt:lpstr>
      <vt:lpstr>Proposed Methodology (4 slides)</vt:lpstr>
      <vt:lpstr>Proposed Methodology</vt:lpstr>
      <vt:lpstr>Proposed Methodology</vt:lpstr>
      <vt:lpstr>Proposed Methodology</vt:lpstr>
      <vt:lpstr>Result </vt:lpstr>
      <vt:lpstr>Outcome </vt:lpstr>
      <vt:lpstr>FUTURE SCOPE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Akshay Jadhav [MU - Jaipur]</dc:creator>
  <cp:lastModifiedBy>Siddhesh Singh Parmar</cp:lastModifiedBy>
  <cp:revision>10</cp:revision>
  <dcterms:created xsi:type="dcterms:W3CDTF">2025-09-29T05:03:41Z</dcterms:created>
  <dcterms:modified xsi:type="dcterms:W3CDTF">2026-02-15T10:36:10Z</dcterms:modified>
</cp:coreProperties>
</file>